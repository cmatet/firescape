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F02C91D7-1400-4B62-B7E2-31CA436E8270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67" autoAdjust="0"/>
    <p:restoredTop sz="86475" autoAdjust="0"/>
  </p:normalViewPr>
  <p:slideViewPr>
    <p:cSldViewPr>
      <p:cViewPr varScale="1">
        <p:scale>
          <a:sx n="79" d="100"/>
          <a:sy n="79" d="100"/>
        </p:scale>
        <p:origin x="-158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55332-0306-4EBB-B5CE-C944D0F3B85A}" type="datetimeFigureOut">
              <a:rPr lang="fr-FR" smtClean="0"/>
              <a:t>18/12/2013</a:t>
            </a:fld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82742-4DB7-4994-AD69-564B7525F314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Modifiez le style des sous-titres du masque</a:t>
            </a:r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litter pattern="hexagon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55332-0306-4EBB-B5CE-C944D0F3B85A}" type="datetimeFigureOut">
              <a:rPr lang="fr-FR" smtClean="0"/>
              <a:t>18/12/2013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82742-4DB7-4994-AD69-564B7525F31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litter pattern="hexagon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55332-0306-4EBB-B5CE-C944D0F3B85A}" type="datetimeFigureOut">
              <a:rPr lang="fr-FR" smtClean="0"/>
              <a:t>18/12/2013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96782742-4DB7-4994-AD69-564B7525F314}" type="slidenum">
              <a:rPr lang="fr-FR" smtClean="0"/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>
        <p14:glitter pattern="hexagon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55332-0306-4EBB-B5CE-C944D0F3B85A}" type="datetimeFigureOut">
              <a:rPr lang="fr-FR" smtClean="0"/>
              <a:t>18/12/2013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82742-4DB7-4994-AD69-564B7525F31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litter pattern="hexagon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55332-0306-4EBB-B5CE-C944D0F3B85A}" type="datetimeFigureOut">
              <a:rPr lang="fr-FR" smtClean="0"/>
              <a:t>18/12/2013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82742-4DB7-4994-AD69-564B7525F31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litter pattern="hexagon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55332-0306-4EBB-B5CE-C944D0F3B85A}" type="datetimeFigureOut">
              <a:rPr lang="fr-FR" smtClean="0"/>
              <a:t>18/12/2013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82742-4DB7-4994-AD69-564B7525F31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litter pattern="hexagon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55332-0306-4EBB-B5CE-C944D0F3B85A}" type="datetimeFigureOut">
              <a:rPr lang="fr-FR" smtClean="0"/>
              <a:t>18/12/2013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82742-4DB7-4994-AD69-564B7525F31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litter pattern="hexagon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55332-0306-4EBB-B5CE-C944D0F3B85A}" type="datetimeFigureOut">
              <a:rPr lang="fr-FR" smtClean="0"/>
              <a:t>18/12/2013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82742-4DB7-4994-AD69-564B7525F31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litter pattern="hexagon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fr-FR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Cliquez sur l'icône pour ajouter une image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55332-0306-4EBB-B5CE-C944D0F3B85A}" type="datetimeFigureOut">
              <a:rPr lang="fr-FR" smtClean="0"/>
              <a:t>18/12/2013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82742-4DB7-4994-AD69-564B7525F31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litter pattern="hexagon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55332-0306-4EBB-B5CE-C944D0F3B85A}" type="datetimeFigureOut">
              <a:rPr lang="fr-FR" smtClean="0"/>
              <a:t>18/12/2013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82742-4DB7-4994-AD69-564B7525F31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litter pattern="hexagon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55332-0306-4EBB-B5CE-C944D0F3B85A}" type="datetimeFigureOut">
              <a:rPr lang="fr-FR" smtClean="0"/>
              <a:t>18/12/2013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82742-4DB7-4994-AD69-564B7525F31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litter pattern="hexagon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Modifiez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9CB55332-0306-4EBB-B5CE-C944D0F3B85A}" type="datetimeFigureOut">
              <a:rPr lang="fr-FR" smtClean="0"/>
              <a:t>18/12/2013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96782742-4DB7-4994-AD69-564B7525F314}" type="slidenum">
              <a:rPr lang="fr-FR" smtClean="0"/>
              <a:t>‹N°›</a:t>
            </a:fld>
            <a:endParaRPr lang="fr-F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 xmlns:p14="http://schemas.microsoft.com/office/powerpoint/2010/main">
    <mc:Choice Requires="p14">
      <p:transition spd="slow">
        <p14:glitter pattern="hexagon"/>
      </p:transition>
    </mc:Choice>
    <mc:Fallback xmlns="">
      <p:transition spd="slow">
        <p:fade/>
      </p:transition>
    </mc:Fallback>
  </mc:AlternateConten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Toya\Desktop\video_musique\victoire.wmv" TargetMode="External"/><Relationship Id="rId2" Type="http://schemas.openxmlformats.org/officeDocument/2006/relationships/hyperlink" Target="file:///C:\Users\Toya\Desktop\video_musique\intro.wmv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hyperlink" Target="file:///C:\Users\Toya\Desktop\video_musique\gameover.wmv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95536" y="332656"/>
            <a:ext cx="8229600" cy="936104"/>
          </a:xfrm>
        </p:spPr>
        <p:txBody>
          <a:bodyPr/>
          <a:lstStyle/>
          <a:p>
            <a:r>
              <a:rPr lang="fr-FR" dirty="0" smtClean="0"/>
              <a:t>FIRESCAPE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7504" y="6381328"/>
            <a:ext cx="8928992" cy="476672"/>
          </a:xfrm>
        </p:spPr>
        <p:txBody>
          <a:bodyPr>
            <a:normAutofit fontScale="85000" lnSpcReduction="10000"/>
          </a:bodyPr>
          <a:lstStyle/>
          <a:p>
            <a:r>
              <a:rPr lang="fr-FR" dirty="0" err="1"/>
              <a:t>Maurin</a:t>
            </a:r>
            <a:r>
              <a:rPr lang="fr-FR" dirty="0"/>
              <a:t> Benjamin, </a:t>
            </a:r>
            <a:r>
              <a:rPr lang="fr-FR" dirty="0" err="1"/>
              <a:t>Giner</a:t>
            </a:r>
            <a:r>
              <a:rPr lang="fr-FR" dirty="0"/>
              <a:t> Steve, </a:t>
            </a:r>
            <a:r>
              <a:rPr lang="fr-FR" dirty="0" err="1"/>
              <a:t>Matet</a:t>
            </a:r>
            <a:r>
              <a:rPr lang="fr-FR" dirty="0"/>
              <a:t> Camille , Maillé Gautier</a:t>
            </a:r>
          </a:p>
          <a:p>
            <a:endParaRPr lang="fr-FR" dirty="0"/>
          </a:p>
        </p:txBody>
      </p:sp>
      <p:pic>
        <p:nvPicPr>
          <p:cNvPr id="1026" name="Picture 2" descr="C:\wamp\www\firescape\code\media\ecranTitr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484784"/>
            <a:ext cx="8001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210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Plan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Présentation </a:t>
            </a:r>
            <a:r>
              <a:rPr lang="fr-FR" dirty="0"/>
              <a:t>générale du </a:t>
            </a:r>
            <a:r>
              <a:rPr lang="fr-FR" dirty="0" smtClean="0"/>
              <a:t>projet</a:t>
            </a:r>
          </a:p>
          <a:p>
            <a:endParaRPr lang="fr-FR" dirty="0"/>
          </a:p>
          <a:p>
            <a:r>
              <a:rPr lang="fr-FR" dirty="0"/>
              <a:t>Création </a:t>
            </a:r>
            <a:r>
              <a:rPr lang="fr-FR" dirty="0" smtClean="0"/>
              <a:t>Musicale</a:t>
            </a:r>
          </a:p>
          <a:p>
            <a:endParaRPr lang="fr-FR" dirty="0"/>
          </a:p>
          <a:p>
            <a:r>
              <a:rPr lang="fr-FR" dirty="0"/>
              <a:t>Effets </a:t>
            </a:r>
            <a:r>
              <a:rPr lang="fr-FR" dirty="0" smtClean="0"/>
              <a:t>sonores</a:t>
            </a:r>
          </a:p>
          <a:p>
            <a:endParaRPr lang="fr-FR" dirty="0"/>
          </a:p>
          <a:p>
            <a:r>
              <a:rPr lang="fr-FR" dirty="0"/>
              <a:t>Partie </a:t>
            </a:r>
            <a:r>
              <a:rPr lang="fr-FR" dirty="0" smtClean="0"/>
              <a:t>technique</a:t>
            </a:r>
          </a:p>
          <a:p>
            <a:endParaRPr lang="fr-FR" dirty="0"/>
          </a:p>
          <a:p>
            <a:r>
              <a:rPr lang="fr-FR" dirty="0"/>
              <a:t>Bilan</a:t>
            </a:r>
          </a:p>
        </p:txBody>
      </p:sp>
    </p:spTree>
    <p:extLst>
      <p:ext uri="{BB962C8B-B14F-4D97-AF65-F5344CB8AC3E}">
        <p14:creationId xmlns:p14="http://schemas.microsoft.com/office/powerpoint/2010/main" val="399474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litter pattern="hexago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Présentation générale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Learning Game : </a:t>
            </a:r>
            <a:r>
              <a:rPr lang="fr-FR" dirty="0" smtClean="0"/>
              <a:t>incendies</a:t>
            </a:r>
          </a:p>
          <a:p>
            <a:endParaRPr lang="fr-FR" dirty="0"/>
          </a:p>
          <a:p>
            <a:r>
              <a:rPr lang="fr-FR" dirty="0"/>
              <a:t>Cible : enfants 5 à 15 ans (collégiens</a:t>
            </a:r>
            <a:r>
              <a:rPr lang="fr-FR" dirty="0" smtClean="0"/>
              <a:t>)</a:t>
            </a:r>
          </a:p>
          <a:p>
            <a:endParaRPr lang="fr-FR" dirty="0"/>
          </a:p>
          <a:p>
            <a:r>
              <a:rPr lang="fr-FR" dirty="0"/>
              <a:t>Partage UE </a:t>
            </a:r>
            <a:r>
              <a:rPr lang="fr-FR" dirty="0" err="1" smtClean="0"/>
              <a:t>serious</a:t>
            </a:r>
            <a:r>
              <a:rPr lang="fr-FR" dirty="0" smtClean="0"/>
              <a:t> </a:t>
            </a:r>
            <a:r>
              <a:rPr lang="fr-FR" dirty="0" err="1" smtClean="0"/>
              <a:t>game</a:t>
            </a:r>
            <a:endParaRPr lang="fr-FR" dirty="0" smtClean="0"/>
          </a:p>
          <a:p>
            <a:endParaRPr lang="fr-FR" dirty="0"/>
          </a:p>
          <a:p>
            <a:r>
              <a:rPr lang="fr-FR" dirty="0"/>
              <a:t>Utilisation Framework </a:t>
            </a:r>
            <a:r>
              <a:rPr lang="fr-FR" dirty="0" err="1"/>
              <a:t>Impactjs</a:t>
            </a:r>
            <a:r>
              <a:rPr lang="fr-FR" dirty="0"/>
              <a:t> et </a:t>
            </a:r>
            <a:r>
              <a:rPr lang="fr-FR" dirty="0" err="1"/>
              <a:t>audioLib</a:t>
            </a:r>
            <a:endParaRPr lang="fr-FR" dirty="0"/>
          </a:p>
          <a:p>
            <a:endParaRPr lang="fr-F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5" y="5455093"/>
            <a:ext cx="3857625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5373216"/>
            <a:ext cx="1979613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7188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Création musicale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 smtClean="0"/>
              <a:t>Samplitude</a:t>
            </a:r>
            <a:r>
              <a:rPr lang="fr-FR" dirty="0" smtClean="0"/>
              <a:t>    </a:t>
            </a:r>
          </a:p>
          <a:p>
            <a:endParaRPr lang="fr-FR" dirty="0" smtClean="0"/>
          </a:p>
          <a:p>
            <a:r>
              <a:rPr lang="fr-FR" dirty="0" smtClean="0">
                <a:hlinkClick r:id="rId2" action="ppaction://hlinkfile"/>
              </a:rPr>
              <a:t>Musique menu</a:t>
            </a:r>
            <a:endParaRPr lang="fr-FR" dirty="0" smtClean="0"/>
          </a:p>
          <a:p>
            <a:endParaRPr lang="fr-FR" dirty="0"/>
          </a:p>
          <a:p>
            <a:r>
              <a:rPr lang="fr-FR" dirty="0"/>
              <a:t>Musique </a:t>
            </a:r>
            <a:r>
              <a:rPr lang="fr-FR" dirty="0" smtClean="0"/>
              <a:t>d'ambiance</a:t>
            </a:r>
          </a:p>
          <a:p>
            <a:endParaRPr lang="fr-FR" dirty="0"/>
          </a:p>
          <a:p>
            <a:r>
              <a:rPr lang="fr-FR" dirty="0">
                <a:hlinkClick r:id="rId3" action="ppaction://hlinkfile"/>
              </a:rPr>
              <a:t>Musique </a:t>
            </a:r>
            <a:r>
              <a:rPr lang="fr-FR" dirty="0" smtClean="0">
                <a:hlinkClick r:id="rId3" action="ppaction://hlinkfile"/>
              </a:rPr>
              <a:t>victoire</a:t>
            </a:r>
            <a:endParaRPr lang="fr-FR" dirty="0" smtClean="0"/>
          </a:p>
          <a:p>
            <a:endParaRPr lang="fr-FR" dirty="0"/>
          </a:p>
          <a:p>
            <a:r>
              <a:rPr lang="fr-FR" dirty="0">
                <a:hlinkClick r:id="rId4" action="ppaction://hlinkfile"/>
              </a:rPr>
              <a:t>Musique défaite</a:t>
            </a:r>
            <a:endParaRPr lang="fr-FR" dirty="0"/>
          </a:p>
          <a:p>
            <a:endParaRPr lang="fr-F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1340768"/>
            <a:ext cx="2774876" cy="1555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2234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Effets </a:t>
            </a:r>
            <a:r>
              <a:rPr lang="fr-FR" dirty="0" smtClean="0"/>
              <a:t>sonores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Bruitages pour </a:t>
            </a:r>
            <a:r>
              <a:rPr lang="fr-FR" dirty="0" smtClean="0"/>
              <a:t>enfants</a:t>
            </a:r>
          </a:p>
          <a:p>
            <a:endParaRPr lang="fr-FR" dirty="0"/>
          </a:p>
          <a:p>
            <a:r>
              <a:rPr lang="fr-FR" dirty="0"/>
              <a:t>Enregistré nous </a:t>
            </a:r>
            <a:r>
              <a:rPr lang="fr-FR" dirty="0" smtClean="0"/>
              <a:t>même</a:t>
            </a:r>
          </a:p>
          <a:p>
            <a:endParaRPr lang="fr-FR" dirty="0"/>
          </a:p>
          <a:p>
            <a:r>
              <a:rPr lang="fr-FR" dirty="0" smtClean="0"/>
              <a:t>Portes</a:t>
            </a:r>
          </a:p>
          <a:p>
            <a:endParaRPr lang="fr-FR" dirty="0"/>
          </a:p>
          <a:p>
            <a:r>
              <a:rPr lang="fr-FR" dirty="0"/>
              <a:t>Voix (saut, dégât</a:t>
            </a:r>
            <a:r>
              <a:rPr lang="fr-FR" dirty="0" smtClean="0"/>
              <a:t>)</a:t>
            </a:r>
          </a:p>
          <a:p>
            <a:endParaRPr lang="fr-FR" dirty="0"/>
          </a:p>
          <a:p>
            <a:r>
              <a:rPr lang="fr-FR" dirty="0"/>
              <a:t>Décors et objets (extincteur, alarme)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13531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Partie technique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32656"/>
            <a:ext cx="2016224" cy="61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05741"/>
            <a:ext cx="1368152" cy="871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8605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Bilan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Apprentissage de nouvelles techniques</a:t>
            </a:r>
          </a:p>
          <a:p>
            <a:endParaRPr lang="fr-FR" dirty="0"/>
          </a:p>
          <a:p>
            <a:r>
              <a:rPr lang="fr-FR" dirty="0" smtClean="0"/>
              <a:t>Fier de nos musiques</a:t>
            </a:r>
          </a:p>
          <a:p>
            <a:endParaRPr lang="fr-FR" dirty="0" smtClean="0"/>
          </a:p>
          <a:p>
            <a:r>
              <a:rPr lang="fr-FR" dirty="0" smtClean="0"/>
              <a:t>Bruitages bien intégrés</a:t>
            </a:r>
          </a:p>
          <a:p>
            <a:endParaRPr lang="fr-FR" dirty="0"/>
          </a:p>
          <a:p>
            <a:r>
              <a:rPr lang="fr-FR" dirty="0" smtClean="0"/>
              <a:t>Musique dynamique en web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86899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88</TotalTime>
  <Words>80</Words>
  <Application>Microsoft Office PowerPoint</Application>
  <PresentationFormat>Affichage à l'écran (4:3)</PresentationFormat>
  <Paragraphs>49</Paragraphs>
  <Slides>7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8" baseType="lpstr">
      <vt:lpstr>Apex</vt:lpstr>
      <vt:lpstr>FIRESCAPE</vt:lpstr>
      <vt:lpstr>Plan</vt:lpstr>
      <vt:lpstr>Présentation générale</vt:lpstr>
      <vt:lpstr>Création musicale</vt:lpstr>
      <vt:lpstr>Effets sonores</vt:lpstr>
      <vt:lpstr>Partie technique</vt:lpstr>
      <vt:lpstr>Bilan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FIRESCAPE</dc:title>
  <dc:creator>Toya</dc:creator>
  <cp:lastModifiedBy>Toya</cp:lastModifiedBy>
  <cp:revision>30</cp:revision>
  <dcterms:created xsi:type="dcterms:W3CDTF">2013-12-18T12:48:18Z</dcterms:created>
  <dcterms:modified xsi:type="dcterms:W3CDTF">2013-12-18T14:25:14Z</dcterms:modified>
</cp:coreProperties>
</file>