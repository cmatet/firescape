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F02C91D7-1400-4B62-B7E2-31CA436E8270}">
          <p14:sldIdLst>
            <p14:sldId id="256"/>
            <p14:sldId id="257"/>
            <p14:sldId id="258"/>
            <p14:sldId id="259"/>
            <p14:sldId id="260"/>
            <p14:sldId id="261"/>
            <p14:sldId id="265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67" autoAdjust="0"/>
    <p:restoredTop sz="86475" autoAdjust="0"/>
  </p:normalViewPr>
  <p:slideViewPr>
    <p:cSldViewPr>
      <p:cViewPr varScale="1">
        <p:scale>
          <a:sx n="79" d="100"/>
          <a:sy n="79" d="100"/>
        </p:scale>
        <p:origin x="-158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8229600" cy="936104"/>
          </a:xfrm>
        </p:spPr>
        <p:txBody>
          <a:bodyPr/>
          <a:lstStyle/>
          <a:p>
            <a:r>
              <a:rPr lang="fr-FR" dirty="0" smtClean="0"/>
              <a:t>FIRESCAPE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7504" y="6381328"/>
            <a:ext cx="8928992" cy="476672"/>
          </a:xfrm>
        </p:spPr>
        <p:txBody>
          <a:bodyPr>
            <a:normAutofit fontScale="85000" lnSpcReduction="10000"/>
          </a:bodyPr>
          <a:lstStyle/>
          <a:p>
            <a:r>
              <a:rPr lang="fr-FR" dirty="0" err="1"/>
              <a:t>Maurin</a:t>
            </a:r>
            <a:r>
              <a:rPr lang="fr-FR" dirty="0"/>
              <a:t> Benjamin, </a:t>
            </a:r>
            <a:r>
              <a:rPr lang="fr-FR" dirty="0" err="1"/>
              <a:t>Giner</a:t>
            </a:r>
            <a:r>
              <a:rPr lang="fr-FR" dirty="0"/>
              <a:t> Steve, </a:t>
            </a:r>
            <a:r>
              <a:rPr lang="fr-FR" dirty="0" err="1"/>
              <a:t>Matet</a:t>
            </a:r>
            <a:r>
              <a:rPr lang="fr-FR" dirty="0"/>
              <a:t> Camille , Maillé Gautier</a:t>
            </a:r>
          </a:p>
          <a:p>
            <a:endParaRPr lang="fr-FR" dirty="0"/>
          </a:p>
        </p:txBody>
      </p:sp>
      <p:pic>
        <p:nvPicPr>
          <p:cNvPr id="1026" name="Picture 2" descr="C:\wamp\www\firescape\code\media\ecranTit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84784"/>
            <a:ext cx="8001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1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0" dirty="0" smtClean="0"/>
              <a:t>Plan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Présentation </a:t>
            </a:r>
            <a:r>
              <a:rPr lang="fr-FR" dirty="0" smtClean="0"/>
              <a:t>générale</a:t>
            </a:r>
          </a:p>
          <a:p>
            <a:endParaRPr lang="fr-FR" dirty="0"/>
          </a:p>
          <a:p>
            <a:r>
              <a:rPr lang="fr-FR" dirty="0"/>
              <a:t>Contenu </a:t>
            </a:r>
            <a:r>
              <a:rPr lang="fr-FR" dirty="0" smtClean="0"/>
              <a:t>sérieux</a:t>
            </a:r>
          </a:p>
          <a:p>
            <a:endParaRPr lang="fr-FR" dirty="0"/>
          </a:p>
          <a:p>
            <a:r>
              <a:rPr lang="fr-FR" dirty="0"/>
              <a:t>Structure du </a:t>
            </a:r>
            <a:r>
              <a:rPr lang="fr-FR" dirty="0" smtClean="0"/>
              <a:t>jeu</a:t>
            </a:r>
          </a:p>
          <a:p>
            <a:endParaRPr lang="fr-FR" dirty="0"/>
          </a:p>
          <a:p>
            <a:r>
              <a:rPr lang="fr-FR" dirty="0"/>
              <a:t>Tests et </a:t>
            </a:r>
            <a:r>
              <a:rPr lang="fr-FR" dirty="0" smtClean="0"/>
              <a:t>difficultés</a:t>
            </a:r>
          </a:p>
          <a:p>
            <a:endParaRPr lang="fr-FR" dirty="0"/>
          </a:p>
          <a:p>
            <a:r>
              <a:rPr lang="fr-FR" dirty="0"/>
              <a:t>Son et </a:t>
            </a:r>
            <a:r>
              <a:rPr lang="fr-FR" dirty="0" smtClean="0"/>
              <a:t>Musique</a:t>
            </a:r>
          </a:p>
          <a:p>
            <a:endParaRPr lang="fr-FR" dirty="0"/>
          </a:p>
          <a:p>
            <a:r>
              <a:rPr lang="fr-FR" dirty="0" smtClean="0"/>
              <a:t>Bilan</a:t>
            </a:r>
          </a:p>
        </p:txBody>
      </p:sp>
    </p:spTree>
    <p:extLst>
      <p:ext uri="{BB962C8B-B14F-4D97-AF65-F5344CB8AC3E}">
        <p14:creationId xmlns:p14="http://schemas.microsoft.com/office/powerpoint/2010/main" val="39947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0" dirty="0" smtClean="0"/>
              <a:t>Présentation générale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Learning Game : </a:t>
            </a:r>
            <a:r>
              <a:rPr lang="fr-FR" dirty="0" smtClean="0"/>
              <a:t>incendies</a:t>
            </a:r>
          </a:p>
          <a:p>
            <a:endParaRPr lang="fr-FR" dirty="0"/>
          </a:p>
          <a:p>
            <a:r>
              <a:rPr lang="fr-FR" dirty="0"/>
              <a:t>Cible : enfants 5 à 15 ans (collégiens</a:t>
            </a:r>
            <a:r>
              <a:rPr lang="fr-FR" dirty="0" smtClean="0"/>
              <a:t>)</a:t>
            </a:r>
          </a:p>
          <a:p>
            <a:endParaRPr lang="fr-FR" dirty="0"/>
          </a:p>
          <a:p>
            <a:r>
              <a:rPr lang="fr-FR" dirty="0"/>
              <a:t>Partage UE Son et </a:t>
            </a:r>
            <a:r>
              <a:rPr lang="fr-FR" dirty="0" smtClean="0"/>
              <a:t>musique</a:t>
            </a:r>
          </a:p>
          <a:p>
            <a:endParaRPr lang="fr-FR" dirty="0"/>
          </a:p>
          <a:p>
            <a:r>
              <a:rPr lang="fr-FR" dirty="0"/>
              <a:t>Utilisation Framework </a:t>
            </a:r>
            <a:r>
              <a:rPr lang="fr-FR" dirty="0" err="1"/>
              <a:t>Impactjs</a:t>
            </a:r>
            <a:r>
              <a:rPr lang="fr-FR" dirty="0"/>
              <a:t> et </a:t>
            </a:r>
            <a:r>
              <a:rPr lang="fr-FR" dirty="0" err="1"/>
              <a:t>audioLib</a:t>
            </a:r>
            <a:endParaRPr lang="fr-FR" dirty="0"/>
          </a:p>
          <a:p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5455093"/>
            <a:ext cx="3857625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5373216"/>
            <a:ext cx="197961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718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Contenu </a:t>
            </a:r>
            <a:r>
              <a:rPr lang="fr-FR" b="0" dirty="0" smtClean="0"/>
              <a:t>sérieux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Différents </a:t>
            </a:r>
            <a:r>
              <a:rPr lang="fr-FR" dirty="0" smtClean="0"/>
              <a:t>messages</a:t>
            </a:r>
          </a:p>
          <a:p>
            <a:endParaRPr lang="fr-FR" dirty="0"/>
          </a:p>
          <a:p>
            <a:r>
              <a:rPr lang="fr-FR" dirty="0"/>
              <a:t>Aide d'un pompier (Jeremy </a:t>
            </a:r>
            <a:r>
              <a:rPr lang="fr-FR" dirty="0" err="1"/>
              <a:t>Rochard</a:t>
            </a:r>
            <a:r>
              <a:rPr lang="fr-FR" dirty="0" smtClean="0"/>
              <a:t>)</a:t>
            </a:r>
          </a:p>
          <a:p>
            <a:endParaRPr lang="fr-FR" dirty="0"/>
          </a:p>
          <a:p>
            <a:r>
              <a:rPr lang="fr-FR" dirty="0"/>
              <a:t>Bonnes et mauvaises </a:t>
            </a:r>
            <a:r>
              <a:rPr lang="fr-FR" dirty="0" smtClean="0"/>
              <a:t>actions</a:t>
            </a:r>
          </a:p>
          <a:p>
            <a:endParaRPr lang="fr-FR" dirty="0"/>
          </a:p>
          <a:p>
            <a:r>
              <a:rPr lang="fr-FR" dirty="0"/>
              <a:t>Situation qui se dégrade, réflexes à </a:t>
            </a:r>
            <a:r>
              <a:rPr lang="fr-FR" dirty="0" smtClean="0"/>
              <a:t>avoir</a:t>
            </a:r>
          </a:p>
          <a:p>
            <a:endParaRPr lang="fr-FR" dirty="0"/>
          </a:p>
          <a:p>
            <a:r>
              <a:rPr lang="fr-FR" dirty="0"/>
              <a:t>Effets visibles et récapitulatif en fin de </a:t>
            </a:r>
            <a:r>
              <a:rPr lang="fr-FR" dirty="0" smtClean="0"/>
              <a:t>jeu</a:t>
            </a:r>
          </a:p>
          <a:p>
            <a:endParaRPr lang="fr-FR" dirty="0"/>
          </a:p>
          <a:p>
            <a:r>
              <a:rPr lang="fr-FR" dirty="0"/>
              <a:t>Messages </a:t>
            </a:r>
            <a:r>
              <a:rPr lang="fr-FR" dirty="0" smtClean="0"/>
              <a:t>indépendants</a:t>
            </a: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307" y="1340768"/>
            <a:ext cx="2681002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6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682298" y="260648"/>
            <a:ext cx="8229600" cy="1143000"/>
          </a:xfrm>
        </p:spPr>
        <p:txBody>
          <a:bodyPr>
            <a:normAutofit/>
          </a:bodyPr>
          <a:lstStyle/>
          <a:p>
            <a:r>
              <a:rPr lang="fr-FR" b="0" dirty="0" smtClean="0"/>
              <a:t>Structure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Plates-forme Aventure </a:t>
            </a:r>
            <a:endParaRPr lang="fr-FR" dirty="0" smtClean="0"/>
          </a:p>
          <a:p>
            <a:pPr marL="13716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                  2D</a:t>
            </a:r>
          </a:p>
          <a:p>
            <a:r>
              <a:rPr lang="fr-FR" dirty="0" smtClean="0"/>
              <a:t>Jouabilité </a:t>
            </a:r>
            <a:r>
              <a:rPr lang="fr-FR" dirty="0"/>
              <a:t>clavier dynamique (bouger, actions</a:t>
            </a:r>
            <a:r>
              <a:rPr lang="fr-FR" dirty="0" smtClean="0"/>
              <a:t>)</a:t>
            </a:r>
          </a:p>
          <a:p>
            <a:endParaRPr lang="fr-FR" dirty="0"/>
          </a:p>
          <a:p>
            <a:r>
              <a:rPr lang="fr-FR" dirty="0"/>
              <a:t>Barre de vie, barre de </a:t>
            </a:r>
            <a:r>
              <a:rPr lang="fr-FR" dirty="0" smtClean="0"/>
              <a:t>danger</a:t>
            </a:r>
          </a:p>
          <a:p>
            <a:endParaRPr lang="fr-FR" dirty="0"/>
          </a:p>
          <a:p>
            <a:r>
              <a:rPr lang="fr-FR" dirty="0"/>
              <a:t>Entités : </a:t>
            </a:r>
            <a:r>
              <a:rPr lang="fr-FR" dirty="0" smtClean="0"/>
              <a:t>Héros </a:t>
            </a:r>
            <a:r>
              <a:rPr lang="fr-FR" dirty="0"/>
              <a:t>(Tom) et objets </a:t>
            </a:r>
            <a:r>
              <a:rPr lang="fr-FR" dirty="0" smtClean="0"/>
              <a:t>(flammes, extincteur</a:t>
            </a:r>
            <a:r>
              <a:rPr lang="fr-FR" dirty="0"/>
              <a:t>, portes ...) </a:t>
            </a:r>
          </a:p>
          <a:p>
            <a:pPr marL="137160" indent="0">
              <a:buNone/>
            </a:pPr>
            <a:endParaRPr lang="fr-FR" dirty="0"/>
          </a:p>
        </p:txBody>
      </p:sp>
      <p:pic>
        <p:nvPicPr>
          <p:cNvPr id="4" name="Imag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994" b="64666"/>
          <a:stretch/>
        </p:blipFill>
        <p:spPr bwMode="auto">
          <a:xfrm>
            <a:off x="1403648" y="4149080"/>
            <a:ext cx="5810250" cy="5048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 4" descr="C:\wamp\www\firescape\code\media\heroTom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3645025"/>
            <a:ext cx="1539741" cy="3170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781020"/>
            <a:ext cx="685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5933420"/>
            <a:ext cx="720080" cy="486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702" y="5781020"/>
            <a:ext cx="518482" cy="594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 8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60" y="5773719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 9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5716568"/>
            <a:ext cx="14097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 10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766" y="5860395"/>
            <a:ext cx="576064" cy="627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 11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583" y="620688"/>
            <a:ext cx="4267200" cy="2150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078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dir="u"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0" dirty="0" smtClean="0"/>
              <a:t>Structure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Bonnes actions </a:t>
            </a:r>
          </a:p>
          <a:p>
            <a:endParaRPr lang="fr-FR" dirty="0" smtClean="0"/>
          </a:p>
          <a:p>
            <a:r>
              <a:rPr lang="fr-FR" dirty="0" smtClean="0"/>
              <a:t>Mauvaises actions</a:t>
            </a:r>
          </a:p>
          <a:p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609" y="3795129"/>
            <a:ext cx="1239883" cy="839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004" y="5592076"/>
            <a:ext cx="518482" cy="594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442" y="2276872"/>
            <a:ext cx="2128296" cy="193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445" y="260648"/>
            <a:ext cx="2690098" cy="158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785" y="4346981"/>
            <a:ext cx="864096" cy="931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 8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755" y="4781541"/>
            <a:ext cx="1167875" cy="634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https://scontent-b.xx.fbcdn.net/hphotos-frc3/v/1491075_407203842715294_205434708_n.jpg?oh=5212cc7be0b7ebf5f192bba53e620b95&amp;oe=52B4108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886191"/>
            <a:ext cx="2419350" cy="17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886191"/>
            <a:ext cx="1247378" cy="179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 11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5278788"/>
            <a:ext cx="3629025" cy="15671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455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Structure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Feedbacks</a:t>
            </a:r>
          </a:p>
          <a:p>
            <a:endParaRPr lang="fr-FR" dirty="0"/>
          </a:p>
          <a:p>
            <a:r>
              <a:rPr lang="fr-FR" dirty="0"/>
              <a:t>Bulles </a:t>
            </a:r>
            <a:r>
              <a:rPr lang="fr-FR" dirty="0" smtClean="0"/>
              <a:t>d'aide</a:t>
            </a:r>
          </a:p>
          <a:p>
            <a:endParaRPr lang="fr-FR" dirty="0"/>
          </a:p>
          <a:p>
            <a:r>
              <a:rPr lang="fr-FR" dirty="0"/>
              <a:t>Écran victoire et défaite</a:t>
            </a:r>
          </a:p>
          <a:p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81324"/>
            <a:ext cx="4572000" cy="2376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481324"/>
            <a:ext cx="4487053" cy="2376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276872"/>
            <a:ext cx="1584176" cy="216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484784"/>
            <a:ext cx="666750" cy="1028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718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0" dirty="0" smtClean="0"/>
              <a:t>Tests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Tests amis et </a:t>
            </a:r>
            <a:r>
              <a:rPr lang="fr-FR" dirty="0" smtClean="0"/>
              <a:t>collégiens</a:t>
            </a:r>
          </a:p>
          <a:p>
            <a:endParaRPr lang="fr-FR" dirty="0"/>
          </a:p>
          <a:p>
            <a:r>
              <a:rPr lang="fr-FR" dirty="0"/>
              <a:t>Bons retours, </a:t>
            </a:r>
            <a:r>
              <a:rPr lang="fr-FR" dirty="0" smtClean="0"/>
              <a:t>pédagogique</a:t>
            </a:r>
          </a:p>
          <a:p>
            <a:endParaRPr lang="fr-FR" dirty="0"/>
          </a:p>
          <a:p>
            <a:r>
              <a:rPr lang="fr-FR" dirty="0"/>
              <a:t>Modification du </a:t>
            </a:r>
            <a:r>
              <a:rPr lang="fr-FR" dirty="0" err="1"/>
              <a:t>level</a:t>
            </a:r>
            <a:r>
              <a:rPr lang="fr-FR" dirty="0"/>
              <a:t> design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457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0" dirty="0" smtClean="0"/>
              <a:t>Difficultés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Technologie web et musique </a:t>
            </a:r>
            <a:r>
              <a:rPr lang="fr-FR" dirty="0" smtClean="0"/>
              <a:t>dynamique</a:t>
            </a:r>
          </a:p>
          <a:p>
            <a:pPr marL="137160" indent="0">
              <a:buNone/>
            </a:pPr>
            <a:endParaRPr lang="fr-FR" dirty="0"/>
          </a:p>
          <a:p>
            <a:r>
              <a:rPr lang="fr-FR" dirty="0"/>
              <a:t>Nouvelles </a:t>
            </a:r>
            <a:r>
              <a:rPr lang="fr-FR" dirty="0" smtClean="0"/>
              <a:t>technologies</a:t>
            </a:r>
          </a:p>
          <a:p>
            <a:pPr marL="137160" indent="0">
              <a:buNone/>
            </a:pPr>
            <a:endParaRPr lang="fr-FR" dirty="0"/>
          </a:p>
          <a:p>
            <a:r>
              <a:rPr lang="fr-FR" dirty="0" smtClean="0"/>
              <a:t>Graphismes</a:t>
            </a:r>
          </a:p>
          <a:p>
            <a:pPr marL="137160" indent="0">
              <a:buNone/>
            </a:pPr>
            <a:endParaRPr lang="fr-FR" dirty="0"/>
          </a:p>
          <a:p>
            <a:r>
              <a:rPr lang="fr-FR" dirty="0"/>
              <a:t>Conciliation sérieux et </a:t>
            </a:r>
            <a:r>
              <a:rPr lang="fr-FR" dirty="0" smtClean="0"/>
              <a:t>ludique</a:t>
            </a:r>
          </a:p>
          <a:p>
            <a:pPr marL="137160" indent="0">
              <a:buNone/>
            </a:pPr>
            <a:endParaRPr lang="fr-FR" dirty="0"/>
          </a:p>
          <a:p>
            <a:r>
              <a:rPr lang="fr-FR" dirty="0"/>
              <a:t>Temps et autres projets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253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Bilan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Bon bilan personnel :</a:t>
            </a:r>
          </a:p>
          <a:p>
            <a:pPr lvl="1"/>
            <a:r>
              <a:rPr lang="fr-FR" dirty="0"/>
              <a:t>Phases de test</a:t>
            </a:r>
          </a:p>
          <a:p>
            <a:pPr lvl="1"/>
            <a:r>
              <a:rPr lang="fr-FR" dirty="0"/>
              <a:t>Nouvelles technologies</a:t>
            </a:r>
          </a:p>
          <a:p>
            <a:pPr lvl="1"/>
            <a:r>
              <a:rPr lang="fr-FR" dirty="0"/>
              <a:t>Travail de groupe</a:t>
            </a:r>
          </a:p>
          <a:p>
            <a:pPr lvl="1"/>
            <a:r>
              <a:rPr lang="fr-FR" dirty="0"/>
              <a:t>Bon résultat : dynamique, bon retours, bons bruitages/musiques</a:t>
            </a:r>
          </a:p>
          <a:p>
            <a:r>
              <a:rPr lang="fr-FR" dirty="0"/>
              <a:t>Améliorations : </a:t>
            </a:r>
          </a:p>
          <a:p>
            <a:pPr lvl="1"/>
            <a:r>
              <a:rPr lang="fr-FR" dirty="0"/>
              <a:t>Sauvegarde statistiques</a:t>
            </a:r>
          </a:p>
          <a:p>
            <a:pPr lvl="1"/>
            <a:r>
              <a:rPr lang="fr-FR" dirty="0"/>
              <a:t>Plus de niveaux/graphismes/objets</a:t>
            </a:r>
          </a:p>
          <a:p>
            <a:pPr marL="13716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519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77</TotalTime>
  <Words>130</Words>
  <Application>Microsoft Office PowerPoint</Application>
  <PresentationFormat>Affichage à l'écran (4:3)</PresentationFormat>
  <Paragraphs>77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Apex</vt:lpstr>
      <vt:lpstr>FIRESCAPE</vt:lpstr>
      <vt:lpstr>Plan</vt:lpstr>
      <vt:lpstr>Présentation générale</vt:lpstr>
      <vt:lpstr>Contenu sérieux</vt:lpstr>
      <vt:lpstr>Structure</vt:lpstr>
      <vt:lpstr>Structure</vt:lpstr>
      <vt:lpstr>Structure</vt:lpstr>
      <vt:lpstr>Tests</vt:lpstr>
      <vt:lpstr>Difficultés</vt:lpstr>
      <vt:lpstr>Bilan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FIRESCAPE</dc:title>
  <dc:creator>Toya</dc:creator>
  <cp:lastModifiedBy>Toya</cp:lastModifiedBy>
  <cp:revision>20</cp:revision>
  <dcterms:created xsi:type="dcterms:W3CDTF">2013-12-18T12:48:18Z</dcterms:created>
  <dcterms:modified xsi:type="dcterms:W3CDTF">2013-12-18T14:25:35Z</dcterms:modified>
</cp:coreProperties>
</file>